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200"/>
    <a:srgbClr val="3AB93A"/>
    <a:srgbClr val="13E113"/>
    <a:srgbClr val="00FF00"/>
    <a:srgbClr val="3A9818"/>
    <a:srgbClr val="49702E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 err="1">
                <a:solidFill>
                  <a:srgbClr val="FFFF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 err="1">
                <a:solidFill>
                  <a:srgbClr val="3AB93A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 err="1">
                <a:solidFill>
                  <a:srgbClr val="FFFF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 err="1">
                <a:solidFill>
                  <a:srgbClr val="3AB93A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solidFill>
                  <a:srgbClr val="FFFF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rgbClr val="3AB93A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sudhanshu singh</cp:lastModifiedBy>
  <cp:revision>18</cp:revision>
  <dcterms:created xsi:type="dcterms:W3CDTF">2024-06-24T12:27:37Z</dcterms:created>
  <dcterms:modified xsi:type="dcterms:W3CDTF">2026-03-01T04:03:19Z</dcterms:modified>
</cp:coreProperties>
</file>